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杭州全球人工智能技术创新大赛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EvidenceLoop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循证实训 Agent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 → 证据 → 诊断 → 再验证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60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480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Boundless Agents · AI+教育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402336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4160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4480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证据优先的编程实训闭环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63840" y="402336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4160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许可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0" y="4480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Apache-2.0 可复用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5486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初赛材料 · 方案 PPT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问题：实训反馈缺证据、不可复验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AI 助教与传统 OJ 都没把“评分—解释—下一动作”闭环打通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5532120" cy="2011680"/>
          </a:xfrm>
          <a:prstGeom prst="roundRect">
            <a:avLst>
              <a:gd name="adj" fmla="val 4545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459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099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6916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自动批改只给对错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学员看到 Fail，却不知道为什么错、下一题该修什么。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325880"/>
            <a:ext cx="5532120" cy="2011680"/>
          </a:xfrm>
          <a:prstGeom prst="roundRect">
            <a:avLst>
              <a:gd name="adj" fmla="val 4545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16459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7099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23760" y="16916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讲评易幻觉改分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29400" y="23317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模型直接给分与讲解时，容易捏造证据、越权改分。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566160"/>
            <a:ext cx="5532120" cy="2011680"/>
          </a:xfrm>
          <a:prstGeom prst="roundRect">
            <a:avLst>
              <a:gd name="adj" fmla="val 4545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886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9502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39319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教师缺行动队列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45720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班级层面看不到可干预的薄弱点与证据队列。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3566160"/>
            <a:ext cx="5532120" cy="2011680"/>
          </a:xfrm>
          <a:prstGeom prst="roundRect">
            <a:avLst>
              <a:gd name="adj" fmla="val 4545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3886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9502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23760" y="39319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OJ 有测但无诊断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29400" y="45720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传统在线评测客观，但缺少 Agent 式任务编排。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EvidenceLoop · GOAI Boundless Agents · AI+教育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332720" y="6492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方案：证据优先，模型只解释不改分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把评分权留给测试与量规，把解释权留给受证据约束的反馈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0"/>
            <a:ext cx="361188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373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证据驱动评分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公开/隐藏测试 + 静态检查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 = 通过证据权重求和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43400" y="137160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371600"/>
            <a:ext cx="3611880" cy="1097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7373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模型只组织反馈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256032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仅生成 summary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失败回退本地策略，永不改分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83880" y="137160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371600"/>
            <a:ext cx="361188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7373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教师只获建议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0" y="256032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班级学情与干预队列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不自动写正式成绩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475488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硬约束：评分可复现 · 解释可溯源 · 写分需人工确认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EvidenceLoop · GOAI Boundless Agents · AI+教育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332720" y="6492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目标用户与价值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三类角色共享同一套证据闭环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1371600"/>
          </a:xfrm>
          <a:prstGeom prst="roundRect">
            <a:avLst>
              <a:gd name="adj" fmla="val 6667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编程初学者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66160" y="15544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即时、可解释、可复现的作业反馈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0" y="1554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知道错在哪 · 下一题修什么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11155680" cy="1371600"/>
          </a:xfrm>
          <a:prstGeom prst="roundRect">
            <a:avLst>
              <a:gd name="adj" fmla="val 6667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15468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91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实训教师 / 助教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6160" y="31089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班级学情 + 薄弱点关注队列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31089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按证据干预，而不是泛聊天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4389120"/>
            <a:ext cx="11155680" cy="1371600"/>
          </a:xfrm>
          <a:prstGeom prst="roundRect">
            <a:avLst>
              <a:gd name="adj" fmla="val 6667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7091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846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课程产品团队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66160" y="46634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 Agent 模板与量规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46634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不是一次性演示脚本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EvidenceLoop · GOAI Boundless Agents · AI+教育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332720" y="6492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任务闭环：一次可演示、可验证的 Agent 流程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 Boundless Agents 对“任务理解—工具调用—结果交付”的要求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194560" cy="3200400"/>
          </a:xfrm>
          <a:prstGeom prst="roundRect">
            <a:avLst>
              <a:gd name="adj" fmla="val 4167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828800"/>
            <a:ext cx="731520" cy="73152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659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提交代码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5204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学员提交 Python 函数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3172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697480" y="1554480"/>
            <a:ext cx="2194560" cy="3200400"/>
          </a:xfrm>
          <a:prstGeom prst="roundRect">
            <a:avLst>
              <a:gd name="adj" fmla="val 4167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828800"/>
            <a:ext cx="731520" cy="73152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9659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834640" y="2788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受限运行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34640" y="35204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公开/隐藏测 + 静态检查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029200" y="1554480"/>
            <a:ext cx="2194560" cy="3200400"/>
          </a:xfrm>
          <a:prstGeom prst="roundRect">
            <a:avLst>
              <a:gd name="adj" fmla="val 4167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1828800"/>
            <a:ext cx="731520" cy="73152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19659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66360" y="2788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量规评分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66360" y="35204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证据映射维度分与总分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360920" y="1554480"/>
            <a:ext cx="2194560" cy="3200400"/>
          </a:xfrm>
          <a:prstGeom prst="roundRect">
            <a:avLst>
              <a:gd name="adj" fmla="val 4167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92440" y="1828800"/>
            <a:ext cx="731520" cy="73152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19659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98080" y="2788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知识诊断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98080" y="35204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失败证据 → 薄弱概念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2688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692640" y="1554480"/>
            <a:ext cx="2194560" cy="3200400"/>
          </a:xfrm>
          <a:prstGeom prst="roundRect">
            <a:avLst>
              <a:gd name="adj" fmla="val 4167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24160" y="1828800"/>
            <a:ext cx="731520" cy="73152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24160" y="19659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829800" y="2788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修复再验证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829800" y="35204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干预任务 → 重提 → 学情更新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EvidenceLoop · GOAI Boundless Agents · AI+教育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332720" y="6492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Demo：80 分缺陷 → 100 分修复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可复现证据路径，约 3 分钟完成闭环演示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缺陷提交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 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7/8 证据 · 空序列诊断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234440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3258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应用修复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1600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分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26280" y="21031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8/8 证据 · +20 提升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83880" y="1234440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3258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班级同步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66760" y="1600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学情更新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66760" y="21031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关注队列实时刷新</a:t>
            </a:r>
            <a:endParaRPr lang="en-US" sz="1300" dirty="0"/>
          </a:p>
        </p:txBody>
      </p:sp>
      <p:pic>
        <p:nvPicPr>
          <p:cNvPr id="18" name="Image 0" descr="D:\code_space\evidence-loop\output\playwright\desktop-closed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88920"/>
            <a:ext cx="7132320" cy="3383280"/>
          </a:xfrm>
          <a:prstGeom prst="rect">
            <a:avLst/>
          </a:prstGeom>
        </p:spPr>
      </p:pic>
      <p:pic>
        <p:nvPicPr>
          <p:cNvPr id="19" name="Image 1" descr="D:\code_space\evidence-loop\output\playwright\desktop-coh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788920"/>
            <a:ext cx="3840480" cy="33832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7200" y="649224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EvidenceLoop · GOAI Boundless Agents · AI+教育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0332720" y="6492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技术架构：EvaluationAgent 五步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+ Node HTTP · Python 子进程 · 量规 / 知识库 · 可选 LLM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80160"/>
            <a:ext cx="109728" cy="10058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08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0" y="14630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学习工作台 · 班级学情 · 项目透明度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 + React 19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423160"/>
            <a:ext cx="109728" cy="10058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0400" y="26060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assignment.retrieve → python.safe-runner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rubric.score → knowledge.retrieve → feedback.compose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566160"/>
            <a:ext cx="109728" cy="10058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794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00400" y="37490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公开/隐藏测试 · 静态契约检查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 = Σ 通过证据权重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709160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709160"/>
            <a:ext cx="109728" cy="10058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反馈层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00400" y="48920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本地规则策略默认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可选，仅输出 summary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EvidenceLoop · GOAI Boundless Agents · AI+教育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332720" y="6492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安全与合规边界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演示可用、边界清晰，生产前替换隔离与存储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5532120" cy="2011680"/>
          </a:xfrm>
          <a:prstGeom prst="roundRect">
            <a:avLst>
              <a:gd name="adj" fmla="val 4545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匿名样例数据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不连接真实学籍 / LMS，避免隐私与授权风险。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325880"/>
            <a:ext cx="5532120" cy="2011680"/>
          </a:xfrm>
          <a:prstGeom prst="roundRect">
            <a:avLst>
              <a:gd name="adj" fmla="val 4545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691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模型永不改分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29400" y="22860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评分权固定在测试证据与量规；反馈失败自动回退。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3566160"/>
            <a:ext cx="5532120" cy="2011680"/>
          </a:xfrm>
          <a:prstGeom prst="roundRect">
            <a:avLst>
              <a:gd name="adj" fmla="val 4545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931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子进程仅 Demo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45262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Python runner 适合受控演示，非生产沙箱。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09360" y="3566160"/>
            <a:ext cx="5532120" cy="2011680"/>
          </a:xfrm>
          <a:prstGeom prst="roundRect">
            <a:avLst>
              <a:gd name="adj" fmla="val 4545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931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生产替换路径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29400" y="45262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容器/微虚拟机隔离 + 数据库持久化 + 人工确认写分。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EvidenceLoop · GOAI Boundless Agents · AI+教育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332720" y="6492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开放复用与差异化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Apache-2.0 · 完整文档 · 可复制模板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201168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51760" y="1280160"/>
            <a:ext cx="256032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3533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 AI 助教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212080" y="1280160"/>
            <a:ext cx="256032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3533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OJ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0" y="1280160"/>
            <a:ext cx="329184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13533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EvidenceLoop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1783080"/>
            <a:ext cx="201168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51760" y="1783080"/>
            <a:ext cx="256032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模型主观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212080" y="1783080"/>
            <a:ext cx="256032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测试客观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291840" cy="640080"/>
          </a:xfrm>
          <a:prstGeom prst="rect">
            <a:avLst/>
          </a:prstGeom>
          <a:solidFill>
            <a:srgbClr val="0F28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测试+量规客观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2423160"/>
            <a:ext cx="201168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651760" y="2423160"/>
            <a:ext cx="256032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易幻觉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212080" y="2423160"/>
            <a:ext cx="256032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通常缺失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72400" y="2423160"/>
            <a:ext cx="3291840" cy="640080"/>
          </a:xfrm>
          <a:prstGeom prst="rect">
            <a:avLst/>
          </a:prstGeom>
          <a:solidFill>
            <a:srgbClr val="0F28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受证据约束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3063240"/>
            <a:ext cx="201168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下一动作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651760" y="3063240"/>
            <a:ext cx="256032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泛化建议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212080" y="3063240"/>
            <a:ext cx="256032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772400" y="3063240"/>
            <a:ext cx="3291840" cy="640080"/>
          </a:xfrm>
          <a:prstGeom prst="rect">
            <a:avLst/>
          </a:prstGeom>
          <a:solidFill>
            <a:srgbClr val="0F28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可验证干预任务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703320"/>
            <a:ext cx="201168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教师角色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651760" y="3703320"/>
            <a:ext cx="256032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5176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旁观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212080" y="3703320"/>
            <a:ext cx="256032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看分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772400" y="3703320"/>
            <a:ext cx="3291840" cy="640080"/>
          </a:xfrm>
          <a:prstGeom prst="rect">
            <a:avLst/>
          </a:prstGeom>
          <a:solidFill>
            <a:srgbClr val="0F28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0" y="3840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看证据与干预队列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40080" y="4343400"/>
            <a:ext cx="201168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4480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合规边界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651760" y="4343400"/>
            <a:ext cx="256032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51760" y="4480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212080" y="4343400"/>
            <a:ext cx="256032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12080" y="4480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明确但窄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772400" y="4343400"/>
            <a:ext cx="3291840" cy="640080"/>
          </a:xfrm>
          <a:prstGeom prst="rect">
            <a:avLst/>
          </a:prstGeom>
          <a:solidFill>
            <a:srgbClr val="0F28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0" y="4480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明确：模型不改分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交付物：README · PRD · 架构 · 合规 · ADR · 质量审查 · 可运行代码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57200" y="649224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EvidenceLoop · GOAI Boundless Agents · AI+教育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332720" y="6492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路线图与请求支持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初赛交方案，复赛交可运行 Demo，决赛交现场闭环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7/16–8/16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作品简介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PPT/PDF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可选原型/视频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554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复赛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20440" y="2011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8/25–9/23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5603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容器沙箱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更多任务与运行说明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137160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554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决赛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46520" y="2011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9/22–9/23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5603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 Demo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路演答辩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最终工程材料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235440" y="137160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1554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产品化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372600" y="2011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赛后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418320" y="25603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LMS 对接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人工确认写分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课程模板市场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470916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一句话：用可验证证据驱动编程实训，而不是又一个会聊天的助教。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51663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本地演示：cd D:\code_space\evidence-loop  →  npm run dev  →  http://localhost:4173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EvidenceLoop · GOAI Boundless Agents · AI+教育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332720" y="6492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EvidenceLoop · 循证实训 Agent</dc:title>
  <dc:subject>GOAI Boundless Agents · AI+教育 初赛路演</dc:subject>
  <dc:creator>EvidenceLoop Team</dc:creator>
  <cp:lastModifiedBy>EvidenceLoop Team</cp:lastModifiedBy>
  <cp:revision>1</cp:revision>
  <dcterms:created xsi:type="dcterms:W3CDTF">2026-07-22T14:20:49Z</dcterms:created>
  <dcterms:modified xsi:type="dcterms:W3CDTF">2026-07-22T14:20:49Z</dcterms:modified>
</cp:coreProperties>
</file>