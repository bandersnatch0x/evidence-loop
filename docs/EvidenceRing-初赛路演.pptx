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GOAI 杭州全球人工智能技术创新大赛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51560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4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</a:t>
            </a:r>
            <a:endParaRPr lang="en-US" altLang="zh-CN" sz="4800" b="1" dirty="0">
              <a:solidFill>
                <a:srgbClr val="F8FAF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10515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38BDF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循证实训 Agent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 → 证据 → 诊断 → 再验证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赛道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Boundless Agents · AI+教育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证据优先的编程实训闭环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6384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许可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Apache-2.0 可复用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486400"/>
            <a:ext cx="10515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初赛材料 · 方案 PPT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问题：实训反馈缺证据、不可复验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 AI 助教与传统 OJ 都没把“评分—解释—下一动作”闭环打通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0992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69164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自动批改只给对错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学员看到 Fail，却不知道为什么错、下一题该修什么。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645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70992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23760" y="169164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讲评易幻觉改分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29400" y="233172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模型直接给分与讲解时，容易捏造证据、越权改分。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86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5020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393192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教师缺行动队列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" y="4572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班级层面看不到可干预的薄弱点与证据队列。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3886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95020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223760" y="393192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OJ 有测但无诊断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29400" y="4572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传统在线评测客观，但缺少 Agent 式任务编排。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方案：证据优先，模型只解释不改分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把评分权留给测试与量规，把解释权留给受证据约束的反馈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71600"/>
            <a:ext cx="361188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证据驱动评分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公开/隐藏测试 + 静态检查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分数 = 通过证据权重求和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371600"/>
            <a:ext cx="361188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模型只组织反馈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LLM 仅生成 summary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失败回退本地策略，永不改分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371600"/>
            <a:ext cx="361188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教师只获建议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班级学情与干预队列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不自动写正式成绩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4754880"/>
            <a:ext cx="11155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硬约束：评分可复现 · 解释可溯源 · 写分需人工确认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目标用户与价值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三类角色共享同一套证据闭环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0020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编程初学者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66160" y="155448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即时、可解释、可复现的作业反馈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0" y="155448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知道错在哪 · 下一题修什么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54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29184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实训教师 / 助教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310896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班级学情 + 薄弱点关注队列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0" y="310896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按证据干预，而不是泛聊天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7091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4632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课程产品团队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66160" y="466344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可复用 Agent 模板与量规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0" y="466344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不是一次性演示脚本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任务闭环：一次可演示、可验证的 Agent 流程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满足 Boundless Agents 对“任务理解—工具调用—结果交付”的要求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提交代码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学员提交 Python 函数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83464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受限运行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3464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 + 静态检查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02920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16636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量规评分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6636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证据映射维度分与总分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9516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6092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9244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9244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9808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知识诊断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失败证据 → 薄弱概念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32688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69264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82980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修复再验证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980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干预任务 → 重提 → 学情更新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Demo：80 分缺陷 → 100 分修复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可复现证据路径，约 3 分钟完成闭环演示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缺陷提交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80 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7/8 证据 · 空序列诊断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应用修复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 分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2628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8/8 证据 · +20 提升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班级同步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学情更新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6676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关注队列实时刷新</a:t>
            </a:r>
            <a:endParaRPr lang="en-US" sz="1300" dirty="0"/>
          </a:p>
        </p:txBody>
      </p:sp>
      <p:pic>
        <p:nvPicPr>
          <p:cNvPr id="18" name="Image 0" descr="D:\code_space\evidence-loop\output\playwright\desktop-closed-lo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88920"/>
            <a:ext cx="7132320" cy="3383280"/>
          </a:xfrm>
          <a:prstGeom prst="rect">
            <a:avLst/>
          </a:prstGeom>
        </p:spPr>
      </p:pic>
      <p:pic>
        <p:nvPicPr>
          <p:cNvPr id="19" name="Image 1" descr="D:\code_space\evidence-loop\output\playwright\desktop-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788920"/>
            <a:ext cx="3840480" cy="338328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技术架构：EvaluationAgent 五步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React + Node HTTP · Python 子进程 · 量规 / 知识库 · 可选 LLM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80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08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00400" y="1463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学习工作台 · 班级学情 · 项目透明度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Vite + React 19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423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 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00400" y="2606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assignment.retrieve → python.safe-runner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rubric.score → knowledge.retrieve → feedback.compose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3566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94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3749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公开/隐藏测试 · 静态契约检查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分数 = Σ 通过证据权重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09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937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反馈层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200400" y="4892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本地规则策略默认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LLM 可选，仅输出 summary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安全与合规边界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演示可用、边界清晰，生产前替换隔离与存储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匿名样例数据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不连接真实学籍 / LMS，避免隐私与授权风险。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9164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模型永不改分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评分权固定在测试证据与量规；反馈失败自动回退。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3192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子进程仅 Demo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 Python runner 适合受控演示，非生产沙箱。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93192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生产替换路径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29400" y="452628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容器/微虚拟机隔离 + 数据库持久化 + 人工确认写分。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开放复用与差异化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Apache-2.0 · 完整文档 · 可复制模板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116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维度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51760" y="1280160"/>
            <a:ext cx="25603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353312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常见 AI 助教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12080" y="1280160"/>
            <a:ext cx="25603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353312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传统 OJ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0" y="1280160"/>
            <a:ext cx="32918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1353312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178308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192024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51760" y="178308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92024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模型主观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12080" y="178308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92024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测试客观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0" y="178308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92024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测试+量规客观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42316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56032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解释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51760" y="242316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56032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易幻觉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212080" y="242316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56032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通常缺失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72400" y="242316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256032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受证据约束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06324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下一动作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51760" y="306324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51760" y="320040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泛化建议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212080" y="306324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0" y="320040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06324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0" y="320040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可验证干预任务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70332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84048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教师角色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51760" y="370332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51760" y="384048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旁观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212080" y="370332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12080" y="384048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看分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772400" y="370332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384048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看证据与干预队列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40080" y="434340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" y="448056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合规边界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51760" y="434340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51760" y="448056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模糊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212080" y="434340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2080" y="448056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明确但窄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772400" y="434340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0" y="448056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明确：模型不改分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交付物：README · PRD · 架构 · 合规 · ADR · 质量审查 · 可运行代码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路线图与请求支持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初赛交方案，复赛交可运行 Demo，决赛交现场闭环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7/16–8/16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作品简介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 PPT/PDF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可选原型/视频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复赛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2044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8/25–9/23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容器沙箱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数据库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更多任务与运行说明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决赛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4652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9/22–9/23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现场 Demo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路演答辩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最终工程材料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7260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赛后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1832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LMS 对接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人工确认写分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课程模板市场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4709160"/>
            <a:ext cx="11155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一句话：用可验证证据驱动编程实训，而不是又一个会聊天的助教。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5166360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本地演示：cd D:\code_space\evidence-loop  →  npm run dev  →  http://localhost:4173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EvidenceLoop · GOAI Boundless Agents · AI+教育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2168</Words>
  <Application>WPS 演示</Application>
  <PresentationFormat>On-screen Show (16:9)</PresentationFormat>
  <Paragraphs>331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EvidenceLoop · 循证实训 Agent</dc:title>
  <dc:creator>EvidenceLoop Team</dc:creator>
  <dc:subject>GOAI Boundless Agents · AI+教育 初赛路演</dc:subject>
  <cp:lastModifiedBy>夏末远歌</cp:lastModifiedBy>
  <cp:revision>2</cp:revision>
  <dcterms:created xsi:type="dcterms:W3CDTF">2026-07-22T14:20:00Z</dcterms:created>
  <dcterms:modified xsi:type="dcterms:W3CDTF">2026-07-27T01:44:45Z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7A4E9560531A4E57A52EAE6DA722FA9D_12</vt:lpwstr>
  </property>
  <property fmtid="{D5CDD505-2E9C-101B-9397-08002B2CF9AE}" pid="3" name="KSOProductBuildVer">
    <vt:lpwstr>2052-12.1.0.26884</vt:lpwstr>
  </property>
</Properties>
</file>